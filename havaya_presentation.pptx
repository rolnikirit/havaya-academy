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vaya_slide_1_root_f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vaya_slide_2_atmosp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bi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vaya_link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